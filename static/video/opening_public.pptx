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Public opening-slide copy. Original opening is retained separately. Display for exactly 4 seconds; narration and all subsequent film frames are preserved.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594360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5800" b="1">
                <a:solidFill>
                  <a:srgbClr val="772583"/>
                </a:solidFill>
                <a:latin typeface="DejaVu Sans"/>
              </a:defRPr>
            </a:pPr>
            <a:r>
              <a:t>TRACE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783080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2900" b="1">
                <a:solidFill>
                  <a:srgbClr val="171717"/>
                </a:solidFill>
                <a:latin typeface="DejaVu Sans"/>
              </a:defRPr>
            </a:pPr>
            <a:r>
              <a:t>Plan-Conditioned Imitation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221991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2900" b="1">
                <a:solidFill>
                  <a:srgbClr val="171717"/>
                </a:solidFill>
                <a:latin typeface="DejaVu Sans"/>
              </a:defRPr>
            </a:pPr>
            <a:r>
              <a:t>Robust Object Retrieval under Self-Occlusion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60904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2900" b="1">
                <a:solidFill>
                  <a:srgbClr val="171717"/>
                </a:solidFill>
                <a:latin typeface="DejaVu Sans"/>
              </a:defRPr>
            </a:pPr>
            <a:r>
              <a:t>in Dense Clutter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703320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900" b="0">
                <a:solidFill>
                  <a:srgbClr val="171717"/>
                </a:solidFill>
                <a:latin typeface="DejaVu Sans"/>
              </a:defRPr>
            </a:pPr>
            <a:r>
              <a:t>Kowndinya Boyalakuntla¹    Ajinkya Pawar²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050791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900" b="0">
                <a:solidFill>
                  <a:srgbClr val="171717"/>
                </a:solidFill>
                <a:latin typeface="DejaVu Sans"/>
              </a:defRPr>
            </a:pPr>
            <a:r>
              <a:t>Abdeslam Boularias¹    Jingjin Yu¹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36592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350" b="0">
                <a:solidFill>
                  <a:srgbClr val="536570"/>
                </a:solidFill>
                <a:latin typeface="DejaVu Sans"/>
              </a:defRPr>
            </a:pPr>
            <a:r>
              <a:t>¹ Rutgers University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965192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350" b="0">
                <a:solidFill>
                  <a:srgbClr val="536570"/>
                </a:solidFill>
                <a:latin typeface="DejaVu Sans"/>
              </a:defRPr>
            </a:pPr>
            <a:r>
              <a:t>² Indian Institute of Technology Bombay.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26480"/>
            <a:ext cx="11186159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2100" b="1">
                <a:solidFill>
                  <a:srgbClr val="772583"/>
                </a:solidFill>
                <a:latin typeface="DejaVu Sans"/>
              </a:defRPr>
            </a:pPr>
            <a:r>
              <a:t>https://trace-retrieval.github.io/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TRACE public opening slide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